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3" r:id="rId4"/>
    <p:sldId id="264" r:id="rId5"/>
    <p:sldId id="258" r:id="rId6"/>
    <p:sldId id="259" r:id="rId7"/>
    <p:sldId id="265" r:id="rId8"/>
    <p:sldId id="266" r:id="rId9"/>
    <p:sldId id="260" r:id="rId10"/>
    <p:sldId id="267" r:id="rId11"/>
    <p:sldId id="268" r:id="rId12"/>
    <p:sldId id="269" r:id="rId13"/>
    <p:sldId id="270" r:id="rId14"/>
    <p:sldId id="26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-67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11580284"/>
            <a:ext cx="2971800" cy="60960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11580284"/>
            <a:ext cx="2971800" cy="60960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11580284"/>
            <a:ext cx="2971800" cy="60960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11580284"/>
            <a:ext cx="2971800" cy="60960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11580284"/>
            <a:ext cx="2971800" cy="60960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11580284"/>
            <a:ext cx="2971800" cy="60960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en-US" dirty="0"/>
              <a:t>Ask the audience to answer before moving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11580284"/>
            <a:ext cx="2971800" cy="60960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11580284"/>
            <a:ext cx="2971800" cy="60960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41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B2233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-548640"/>
            <a:ext cx="2926080" cy="2926080"/>
          </a:xfrm>
          <a:prstGeom prst="ellipse">
            <a:avLst/>
          </a:prstGeom>
          <a:solidFill>
            <a:srgbClr val="9C4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BRIEFING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41732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hook</a:t>
            </a:r>
            <a:endParaRPr lang="en-US" sz="4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catches you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module on recognizing phishing emails, fake websites, and the social-engineering tactics behind them.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669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 start with a phishing email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5669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worldwide, daily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5669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 signs you'll learn to spot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— Task 2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smtClean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IS PHISHING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wearing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someone else's name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message — email, text, or chat — designed to impersonate a trusted sender so you hand over credentials, payment details, or access.</a:t>
            </a:r>
            <a:endParaRPr lang="en-US" sz="15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isn't breaking your systems; they're persuading you to unlock them. It works by targeting urgency and trust rather than a technical flaw.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914400"/>
            <a:ext cx="4892040" cy="493776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1371600"/>
            <a:ext cx="4160520" cy="822960"/>
          </a:xfrm>
          <a:prstGeom prst="rect">
            <a:avLst/>
          </a:prstGeom>
          <a:solidFill>
            <a:srgbClr val="F4F1EA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69480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support@paypa1-secure.com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Action Required — Account Suspended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37744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
We detected unusual activity and your account has been temporarily limited. </a:t>
            </a:r>
            <a:r>
              <a:rPr lang="en-US" sz="11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within 24 hours</a:t>
            </a: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it will be permanently suspended.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 to verify →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86600" y="507492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B23A3A">
              <a:alpha val="12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0" y="5184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C4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red flags hidden in this message — next slide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609600" y="1706880"/>
            <a:ext cx="256032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2480" y="1889760"/>
            <a:ext cx="609600" cy="609600"/>
          </a:xfrm>
          <a:prstGeom prst="ellipse">
            <a:avLst/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042160"/>
            <a:ext cx="304800" cy="30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2480" y="2621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phishing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92480" y="2987040"/>
            <a:ext cx="225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bulk emails: fake bank alerts, prizes, delivery notices.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13760" y="1706880"/>
            <a:ext cx="256032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96640" y="1889760"/>
            <a:ext cx="609600" cy="609600"/>
          </a:xfrm>
          <a:prstGeom prst="ellipse">
            <a:avLst/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042160"/>
            <a:ext cx="304800" cy="304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6640" y="2621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596640" y="2987040"/>
            <a:ext cx="225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for one victim using their name, job or contacts.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17920" y="1706880"/>
            <a:ext cx="256032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889760"/>
            <a:ext cx="609600" cy="609600"/>
          </a:xfrm>
          <a:prstGeom prst="ellipse">
            <a:avLst/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042160"/>
            <a:ext cx="304800" cy="3048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621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 / BEC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987040"/>
            <a:ext cx="225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Impersonates a CEO or vendor to trigger urgent payments.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9022080" y="1706880"/>
            <a:ext cx="256032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204960" y="1889760"/>
            <a:ext cx="609600" cy="609600"/>
          </a:xfrm>
          <a:prstGeom prst="ellipse">
            <a:avLst/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7360" y="2042160"/>
            <a:ext cx="304800" cy="304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04960" y="2621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204960" y="2987040"/>
            <a:ext cx="225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SMS or WhatsApp: KYC expired, parcel held, bill unpaid.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09600" y="4084320"/>
            <a:ext cx="256032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92480" y="4267200"/>
            <a:ext cx="609600" cy="609600"/>
          </a:xfrm>
          <a:prstGeom prst="ellipse">
            <a:avLst/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880" y="4419600"/>
            <a:ext cx="304800" cy="3048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92480" y="499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792480" y="5364480"/>
            <a:ext cx="225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from a fake bank officer or tech support.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3413760" y="4084320"/>
            <a:ext cx="256032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596640" y="4267200"/>
            <a:ext cx="609600" cy="609600"/>
          </a:xfrm>
          <a:prstGeom prst="ellipse">
            <a:avLst/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4419600"/>
            <a:ext cx="304800" cy="3048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596640" y="499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Quishing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3596640" y="5364480"/>
            <a:ext cx="225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QR codes that lead to fake payment or login pages.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6217920" y="4084320"/>
            <a:ext cx="256032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400800" y="4267200"/>
            <a:ext cx="609600" cy="609600"/>
          </a:xfrm>
          <a:prstGeom prst="ellipse">
            <a:avLst/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419600"/>
            <a:ext cx="304800" cy="3048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400800" y="499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</a:t>
            </a:r>
            <a:endParaRPr lang="en-US" sz="19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0" y="5364480"/>
            <a:ext cx="225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login pages that copy a real brand's design.</a:t>
            </a:r>
            <a:endParaRPr lang="en-US" sz="1500" dirty="0"/>
          </a:p>
        </p:txBody>
      </p:sp>
      <p:sp>
        <p:nvSpPr>
          <p:cNvPr id="38" name="Shape 29"/>
          <p:cNvSpPr/>
          <p:nvPr/>
        </p:nvSpPr>
        <p:spPr>
          <a:xfrm>
            <a:off x="9022080" y="4084320"/>
            <a:ext cx="256032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204960" y="4267200"/>
            <a:ext cx="609600" cy="609600"/>
          </a:xfrm>
          <a:prstGeom prst="ellipse">
            <a:avLst/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7360" y="4419600"/>
            <a:ext cx="304800" cy="3048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204960" y="499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900" dirty="0"/>
          </a:p>
        </p:txBody>
      </p:sp>
      <p:sp>
        <p:nvSpPr>
          <p:cNvPr id="42" name="Text 32"/>
          <p:cNvSpPr txBox="1"/>
          <p:nvPr/>
        </p:nvSpPr>
        <p:spPr>
          <a:xfrm>
            <a:off x="9204960" y="5364480"/>
            <a:ext cx="225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support accounts, job offers and giveaway DMs.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609600" y="1584960"/>
            <a:ext cx="6461760" cy="481584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6784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 "National Bank Support" &lt;support@nationalbank-secure-alerts.co&gt;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URGENT!!! Your account will be BLOCKED in 24 hours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87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KYC is expired. Kindly do the needful, we regrets the inconvenience and verify immediately or your account will be permanently suspended.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632960"/>
            <a:ext cx="5486400" cy="48768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lIns="1016" tIns="1016" rIns="1016" bIns="1016" rtlCol="0" anchor="ctr"/>
          <a:lstStyle/>
          <a:p>
            <a:r>
              <a:rPr lang="en-US" sz="15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  -&gt;  nationalbank.verify-login.info/kyc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486400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Attachment:  KYC_Form.pdf.exe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86144" y="1798320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6144" y="1798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86144" y="2407920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6144" y="2407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86144" y="2987040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6144" y="2987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86144" y="3749040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86144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86144" y="4693920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86144" y="4693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86144" y="5547360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86144" y="554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98080" y="1621536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1621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158496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sender domain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1901952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bank, but the domain is random.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98080" y="2426208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2426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2389632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and threat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2706624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in 24 hours: designed to make you panic.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498080" y="3230880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0" y="3230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3194304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3511296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bank uses your registered name.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498080" y="4035552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0" y="4035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3998976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grammar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0" y="4315968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regrets", "do the needful".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498080" y="4840224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0" y="4840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0" y="4803648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link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0" y="5120640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domain is verify-login.info, not the bank.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498080" y="5644896"/>
            <a:ext cx="365760" cy="36576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98080" y="5644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046720" y="5608320"/>
            <a:ext cx="3535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Disguised attachment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8046720" y="5925312"/>
            <a:ext cx="353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.pdf.exe is a program pretending to be a PDF.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smtClean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</a:t>
            </a:r>
            <a:r>
              <a:rPr lang="en-US" sz="1200" b="1" kern="0" spc="20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scan catches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of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50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address, not display name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7157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names can say anything — check the actual domain after the @ for swapped letters or mismatches.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538728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39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7216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or threats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1056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"Account will close," "Act now" — pressure is designed to stop you thinking. Slow down.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28616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129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511149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link actually goes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495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or long-press before clicking. Visible text and real destination often differ.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214884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2350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credentials or payment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7157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services rarely ask you to confirm a password by email.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538728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739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B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7216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greetings, odd phrasing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1056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name often signals a mass-sent template.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928616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1014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0" y="512978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</a:t>
            </a:r>
            <a:r>
              <a:rPr lang="en-US" sz="1500" i="1" dirty="0" smtClean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two </a:t>
            </a:r>
            <a:r>
              <a:rPr lang="en-US" sz="1500" i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more of these show up in the same message, treat it as phishing until proven otherwise.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smtClean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</a:t>
            </a:r>
            <a:r>
              <a:rPr lang="en-US" sz="1200" b="1" kern="0" spc="20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TACTICS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psychology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message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rarely relies on technical trickery alone — it leans on well-known pressure points.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223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32888"/>
            <a:ext cx="320040" cy="32004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Posing as a boss, bank, or government body so you comply without question.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223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532888"/>
            <a:ext cx="320040" cy="32004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ticking deadline that discourages verification before acting.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233172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2233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2532888"/>
            <a:ext cx="320040" cy="32004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account loss, or legal trouble to provoke a fast reaction.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2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178808"/>
            <a:ext cx="320040" cy="32004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mystery invoice or "who viewed your profile" bait to earn a click.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397764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2233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4178808"/>
            <a:ext cx="320040" cy="32004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Familiarity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colleague or friend to lower your guard.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397764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1B2233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760" y="4178808"/>
            <a:ext cx="320040" cy="32004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66760" y="4617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B9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prizes, refunds, or gift cards that ask for details up front.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websites and look-alike URLs</a:t>
            </a:r>
            <a:endParaRPr lang="en-US" sz="45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URL from the right side of the domain, just before the first single "/".</a:t>
            </a:r>
            <a:endParaRPr lang="en-US" sz="1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609600" y="2011680"/>
          <a:ext cx="7193280" cy="3511296"/>
        </p:xfrm>
        <a:graphic>
          <a:graphicData uri="http://schemas.openxmlformats.org/drawingml/2006/table">
            <a:tbl>
              <a:tblPr/>
              <a:tblGrid>
                <a:gridCol w="1828800"/>
                <a:gridCol w="2804160"/>
                <a:gridCol w="2560320"/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5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Typosquatting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5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paypa1.com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5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digit 1 looks like the letter 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5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Subdomain abuse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5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amazon.in.account-verify.com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5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domain is account-verify.com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5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words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5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bank-secure-login.com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5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"Secure" and hyphens hide a look-alike domain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5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5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links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5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bit.ly/xyz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52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Hides the real destination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68640" y="2011680"/>
            <a:ext cx="3413760" cy="3633216"/>
          </a:xfrm>
          <a:prstGeom prst="roundRect">
            <a:avLst>
              <a:gd name="adj" fmla="val 3571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Shape 3"/>
          <p:cNvSpPr/>
          <p:nvPr/>
        </p:nvSpPr>
        <p:spPr>
          <a:xfrm>
            <a:off x="8473440" y="2255520"/>
            <a:ext cx="670560" cy="6705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23160"/>
            <a:ext cx="335280" cy="335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73440" y="3108960"/>
            <a:ext cx="280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Myth: the padlock means safe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473440" y="3901440"/>
            <a:ext cx="280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means the connection is encrypted. Phishing sites use HTTPS too.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09600" y="591312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hover (or long-press) on a link to see where it really goes before you click.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609600" y="1706880"/>
            <a:ext cx="2560320" cy="3779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9056" y="188976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5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829056" y="256032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Security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9056" y="3291840"/>
            <a:ext cx="2170176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Spear-phishing email with an Excel attachment gave attackers a foothold inside the company.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13760" y="1706880"/>
            <a:ext cx="2560320" cy="3779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3216" y="188976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5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2013-15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3633216" y="256032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Facebook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33216" y="3291840"/>
            <a:ext cx="2170176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scammer posing as a vendor sent fake invoices and collected over $100 million in total.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1706880"/>
            <a:ext cx="2560320" cy="3779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37376" y="188976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5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9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256032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291840"/>
            <a:ext cx="2170176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phoned staff pretending to be IT, got into internal tools and hijacked famous accounts.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022080" y="1706880"/>
            <a:ext cx="2560320" cy="37795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41536" y="1889760"/>
            <a:ext cx="2194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 dirty="0">
                <a:solidFill>
                  <a:srgbClr val="FF5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</a:t>
            </a:r>
            <a:endParaRPr lang="en-US" sz="2900" dirty="0"/>
          </a:p>
        </p:txBody>
      </p:sp>
      <p:sp>
        <p:nvSpPr>
          <p:cNvPr id="17" name="Text 15"/>
          <p:cNvSpPr txBox="1"/>
          <p:nvPr/>
        </p:nvSpPr>
        <p:spPr>
          <a:xfrm>
            <a:off x="9241536" y="2560320"/>
            <a:ext cx="2194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KYC, OTP, UPI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241536" y="3291840"/>
            <a:ext cx="2170176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bank, courier or electricity messages push victims to click links, share OTPs or approve "collect" requests.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79120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i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needed advanced hacking: only trust, urgency and one missed double-check.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1703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smtClean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200" b="1" kern="0" spc="20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FEELS 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450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49807" y="2971800"/>
            <a:ext cx="2417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click, reply, or download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703320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message alone until you've verified it another way.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2450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97180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through a separate </a:t>
            </a: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3703320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number you already know, or type the company's address yourself — never through the email's link.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450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97180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3703320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your IT/security team or use your email provider's "Report phishing" option.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228600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3728" y="2450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253728" y="2971800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already clicked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3703320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affected password immediately, enable 2FA, and notify IT — early reporting limits damage.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Remember: S.T.O.P.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609600" y="1828800"/>
            <a:ext cx="2560320" cy="3657600"/>
          </a:xfrm>
          <a:prstGeom prst="roundRect">
            <a:avLst>
              <a:gd name="adj" fmla="val 4762"/>
            </a:avLst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2133600"/>
            <a:ext cx="1219200" cy="121920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21336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5300" dirty="0"/>
          </a:p>
        </p:txBody>
      </p:sp>
      <p:sp>
        <p:nvSpPr>
          <p:cNvPr id="6" name="Text 4"/>
          <p:cNvSpPr txBox="1"/>
          <p:nvPr/>
        </p:nvSpPr>
        <p:spPr>
          <a:xfrm>
            <a:off x="792480" y="35966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53440" y="4206240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the attacker's weapon.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3760" y="1828800"/>
            <a:ext cx="2560320" cy="3657600"/>
          </a:xfrm>
          <a:prstGeom prst="roundRect">
            <a:avLst>
              <a:gd name="adj" fmla="val 4762"/>
            </a:avLst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84320" y="2133600"/>
            <a:ext cx="1219200" cy="121920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84320" y="21336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5300" dirty="0"/>
          </a:p>
        </p:txBody>
      </p:sp>
      <p:sp>
        <p:nvSpPr>
          <p:cNvPr id="11" name="Text 9"/>
          <p:cNvSpPr txBox="1"/>
          <p:nvPr/>
        </p:nvSpPr>
        <p:spPr>
          <a:xfrm>
            <a:off x="3596640" y="35966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206240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want: money, OTP, a click?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560320" cy="3657600"/>
          </a:xfrm>
          <a:prstGeom prst="roundRect">
            <a:avLst>
              <a:gd name="adj" fmla="val 4762"/>
            </a:avLst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88480" y="2133600"/>
            <a:ext cx="1219200" cy="121920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88480" y="21336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5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5966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61760" y="4206240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sender, the link and the tone.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22080" y="1828800"/>
            <a:ext cx="2560320" cy="3657600"/>
          </a:xfrm>
          <a:prstGeom prst="roundRect">
            <a:avLst>
              <a:gd name="adj" fmla="val 4762"/>
            </a:avLst>
          </a:prstGeom>
          <a:solidFill>
            <a:srgbClr val="143050"/>
          </a:solidFill>
          <a:ln w="12700">
            <a:solidFill>
              <a:srgbClr val="14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2133600"/>
            <a:ext cx="1219200" cy="1219200"/>
          </a:xfrm>
          <a:prstGeom prst="ellipse">
            <a:avLst/>
          </a:prstGeom>
          <a:solidFill>
            <a:srgbClr val="FF5A4F"/>
          </a:solidFill>
          <a:ln w="12700">
            <a:solidFill>
              <a:srgbClr val="FF5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21336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5300" dirty="0"/>
          </a:p>
        </p:txBody>
      </p:sp>
      <p:sp>
        <p:nvSpPr>
          <p:cNvPr id="21" name="Text 19"/>
          <p:cNvSpPr txBox="1"/>
          <p:nvPr/>
        </p:nvSpPr>
        <p:spPr>
          <a:xfrm>
            <a:off x="9204960" y="35966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265920" y="4206240"/>
            <a:ext cx="207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through another, official channel.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Clicked something? Act fast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609600" y="1645920"/>
            <a:ext cx="609600" cy="6096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600" y="164592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84960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38528"/>
            <a:ext cx="5974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offline and tell IT if you opened a file or installed something.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2596896"/>
            <a:ext cx="609600" cy="6096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600" y="2596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35936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89504"/>
            <a:ext cx="5974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clean device, for that account and anywhere reused. Enable MFA.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547872"/>
            <a:ext cx="609600" cy="6096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9600" y="3547872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86912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your bank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840480"/>
            <a:ext cx="5974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cards or accounts if money, cards or UPI were involved.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4498848"/>
            <a:ext cx="609600" cy="6096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600" y="4498848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37888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and review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791456"/>
            <a:ext cx="5974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antivirus; check logins, forwarding rules and devices.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5449824"/>
            <a:ext cx="609600" cy="60960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9600" y="5449824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388864"/>
            <a:ext cx="5974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742432"/>
            <a:ext cx="5974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message to the platform and file a complaint.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46720" y="1584960"/>
            <a:ext cx="3535680" cy="4572000"/>
          </a:xfrm>
          <a:prstGeom prst="roundRect">
            <a:avLst>
              <a:gd name="adj" fmla="val 344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51520" y="1889760"/>
            <a:ext cx="29260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cybercrime helpline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351520" y="2682240"/>
            <a:ext cx="29260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0" b="1" dirty="0">
                <a:solidFill>
                  <a:srgbClr val="FF5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1930</a:t>
            </a:r>
            <a:endParaRPr lang="en-US" sz="8000" dirty="0"/>
          </a:p>
        </p:txBody>
      </p:sp>
      <p:sp>
        <p:nvSpPr>
          <p:cNvPr id="26" name="Text 24"/>
          <p:cNvSpPr txBox="1"/>
          <p:nvPr/>
        </p:nvSpPr>
        <p:spPr>
          <a:xfrm>
            <a:off x="8351520" y="41452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quickly after a financial fraud, then report at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1520" y="493776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cybercrime.gov.in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time: what would you do?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609600" y="1584960"/>
            <a:ext cx="536448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53440" y="1767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FF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524000" y="1767840"/>
            <a:ext cx="4206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SMS: "Electricity will be cut tonight. Call now!"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24000" y="2560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Call at once</a:t>
            </a:r>
            <a:endParaRPr lang="en-US" sz="1700" dirty="0"/>
          </a:p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Check via official app or helpline</a:t>
            </a:r>
            <a:endParaRPr lang="en-US" sz="1700" dirty="0"/>
          </a:p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Reply with your details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584960"/>
            <a:ext cx="536448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1760" y="1767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FF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767840"/>
            <a:ext cx="4206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link says "bank", but hover shows a different domain.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560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Safe, it has a logo</a:t>
            </a:r>
            <a:endParaRPr lang="en-US" sz="1700" dirty="0"/>
          </a:p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Likely phishing</a:t>
            </a:r>
            <a:endParaRPr lang="en-US" sz="1700" dirty="0"/>
          </a:p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Depends on the font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9600" y="3962400"/>
            <a:ext cx="536448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3440" y="4145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FF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524000" y="4145280"/>
            <a:ext cx="4206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has a padlock and HTTPS, so it must be genuine.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24000" y="4937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True</a:t>
            </a:r>
            <a:endParaRPr lang="en-US" sz="1700" dirty="0"/>
          </a:p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False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7920" y="3962400"/>
            <a:ext cx="5364480" cy="21945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61760" y="4145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00" b="1" dirty="0">
                <a:solidFill>
                  <a:srgbClr val="FF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145280"/>
            <a:ext cx="4206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b="1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"bank" caller asks for your OTP to cancel a fraud.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9377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Share it</a:t>
            </a:r>
            <a:endParaRPr lang="en-US" sz="1700" dirty="0"/>
          </a:p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Share only 3 digits</a:t>
            </a:r>
            <a:endParaRPr lang="en-US" sz="1700" dirty="0"/>
          </a:p>
          <a:p>
            <a:pPr>
              <a:spcAft>
                <a:spcPts val="267"/>
              </a:spcAft>
            </a:pPr>
            <a:r>
              <a:rPr lang="en-US" sz="1700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Hang up, call the bank's official number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4267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answers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609600" y="1645920"/>
            <a:ext cx="10972800" cy="99974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1952"/>
            <a:ext cx="487680" cy="48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06880" y="1645920"/>
            <a:ext cx="18288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B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3535680" y="1645920"/>
            <a:ext cx="780288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+ a number to call is classic smishing. Use the official app or helpline.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09600" y="2804160"/>
            <a:ext cx="10972800" cy="99974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0192"/>
            <a:ext cx="487680" cy="487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06880" y="2804160"/>
            <a:ext cx="18288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B</a:t>
            </a:r>
            <a:endParaRPr lang="en-US" sz="2300" dirty="0"/>
          </a:p>
        </p:txBody>
      </p:sp>
      <p:sp>
        <p:nvSpPr>
          <p:cNvPr id="10" name="Text 6"/>
          <p:cNvSpPr txBox="1"/>
          <p:nvPr/>
        </p:nvSpPr>
        <p:spPr>
          <a:xfrm>
            <a:off x="3535680" y="2804160"/>
            <a:ext cx="780288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mismatch between the claimed brand and the real link is a top red flag.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09600" y="3962400"/>
            <a:ext cx="10972800" cy="99974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18432"/>
            <a:ext cx="487680" cy="4876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06880" y="3962400"/>
            <a:ext cx="18288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False</a:t>
            </a:r>
            <a:endParaRPr lang="en-US" sz="2300" dirty="0"/>
          </a:p>
        </p:txBody>
      </p:sp>
      <p:sp>
        <p:nvSpPr>
          <p:cNvPr id="14" name="Text 9"/>
          <p:cNvSpPr txBox="1"/>
          <p:nvPr/>
        </p:nvSpPr>
        <p:spPr>
          <a:xfrm>
            <a:off x="3535680" y="3962400"/>
            <a:ext cx="780288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encrypts traffic; it does not prove the site owner is honest.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609600" y="5120640"/>
            <a:ext cx="10972800" cy="99974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76672"/>
            <a:ext cx="487680" cy="4876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06880" y="5120640"/>
            <a:ext cx="18288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00" b="1" dirty="0">
                <a:solidFill>
                  <a:srgbClr val="152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Q4: C</a:t>
            </a:r>
            <a:endParaRPr lang="en-US" sz="2300" dirty="0"/>
          </a:p>
        </p:txBody>
      </p:sp>
      <p:sp>
        <p:nvSpPr>
          <p:cNvPr id="18" name="Text 12"/>
          <p:cNvSpPr txBox="1"/>
          <p:nvPr/>
        </p:nvSpPr>
        <p:spPr>
          <a:xfrm>
            <a:off x="3535680" y="5120640"/>
            <a:ext cx="780288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52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genuine bank asks for an OTP. Hang up and call the number on your card.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 doubt,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click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 urgency. Check the sender. Verify through a channel you already trust. Most phishing attempts fail the moment someone stops to look closely.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6446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— Phishing Awareness Training — Task 2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1391</Words>
  <Application>Microsoft Office PowerPoint</Application>
  <PresentationFormat>Custom</PresentationFormat>
  <Paragraphs>237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SONY</cp:lastModifiedBy>
  <cp:revision>7</cp:revision>
  <dcterms:created xsi:type="dcterms:W3CDTF">2026-09-24T11:04:50Z</dcterms:created>
  <dcterms:modified xsi:type="dcterms:W3CDTF">2026-09-30T07:56:29Z</dcterms:modified>
</cp:coreProperties>
</file>